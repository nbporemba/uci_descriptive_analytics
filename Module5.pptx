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F1DD0ED-AA55-4C41-BA24-B3829C1F6A6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Module5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F80701B-AD72-4123-9755-E1EC24443DE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7/27/26 1:32:33 PM PDT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1" id="2" name="slide2">
            <a:extLst>
              <a:ext uri="{FF2B5EF4-FFF2-40B4-BE49-F238E27FC236}">
                <a16:creationId xmlns:a16="http://schemas.microsoft.com/office/drawing/2014/main" id="{7F74E6F3-9ED1-4D3A-BBE9-46593E959D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823912"/>
            <a:ext cx="98679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2" id="3" name="slide3">
            <a:extLst>
              <a:ext uri="{FF2B5EF4-FFF2-40B4-BE49-F238E27FC236}">
                <a16:creationId xmlns:a16="http://schemas.microsoft.com/office/drawing/2014/main" id="{2492ECF8-AB1B-4D78-982E-7FE68527CD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823912"/>
            <a:ext cx="98679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3a" id="4" name="slide4">
            <a:extLst>
              <a:ext uri="{FF2B5EF4-FFF2-40B4-BE49-F238E27FC236}">
                <a16:creationId xmlns:a16="http://schemas.microsoft.com/office/drawing/2014/main" id="{F22B6BA2-63D6-4390-851D-D9015C021B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37" y="823912"/>
            <a:ext cx="109823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3b" id="5" name="slide5">
            <a:extLst>
              <a:ext uri="{FF2B5EF4-FFF2-40B4-BE49-F238E27FC236}">
                <a16:creationId xmlns:a16="http://schemas.microsoft.com/office/drawing/2014/main" id="{63F59062-7366-4A04-9DCD-46ED3D1EC6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823912"/>
            <a:ext cx="84391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6" name="slide6">
            <a:extLst>
              <a:ext uri="{FF2B5EF4-FFF2-40B4-BE49-F238E27FC236}">
                <a16:creationId xmlns:a16="http://schemas.microsoft.com/office/drawing/2014/main" id="{88EE79F3-FCE8-467A-8113-980F73A2A2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" id="7" name="slide7">
            <a:extLst>
              <a:ext uri="{FF2B5EF4-FFF2-40B4-BE49-F238E27FC236}">
                <a16:creationId xmlns:a16="http://schemas.microsoft.com/office/drawing/2014/main" id="{BF8CFB1D-596F-47DF-90C8-C21C7FF8EB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2026-07-27T20:32:34Z</dcterms:created>
  <dcterms:modified xsi:type="dcterms:W3CDTF">2026-07-27T20:32:34Z</dcterms:modified>
</cp:coreProperties>
</file>