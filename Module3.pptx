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3CE59EE-2BB3-4B02-86DB-BD2813D6C10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Module3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06987F4-FF4B-4356-93F7-F0F74F62BB4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7/27/26 1:24:01 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1" id="2" name="slide2">
            <a:extLst>
              <a:ext uri="{FF2B5EF4-FFF2-40B4-BE49-F238E27FC236}">
                <a16:creationId xmlns:a16="http://schemas.microsoft.com/office/drawing/2014/main" id="{0292267A-05E9-4815-A05F-214BECFB1B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742950"/>
            <a:ext cx="987742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2" id="3" name="slide3">
            <a:extLst>
              <a:ext uri="{FF2B5EF4-FFF2-40B4-BE49-F238E27FC236}">
                <a16:creationId xmlns:a16="http://schemas.microsoft.com/office/drawing/2014/main" id="{6BD93ACD-425C-4ABD-AB6F-61D4967F70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747712"/>
            <a:ext cx="98774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3" id="4" name="slide4">
            <a:extLst>
              <a:ext uri="{FF2B5EF4-FFF2-40B4-BE49-F238E27FC236}">
                <a16:creationId xmlns:a16="http://schemas.microsoft.com/office/drawing/2014/main" id="{4938E45E-1A01-4E91-BC1A-3CCCFDBE88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" y="823912"/>
            <a:ext cx="99726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4" id="5" name="slide5">
            <a:extLst>
              <a:ext uri="{FF2B5EF4-FFF2-40B4-BE49-F238E27FC236}">
                <a16:creationId xmlns:a16="http://schemas.microsoft.com/office/drawing/2014/main" id="{62D16B4F-2721-47DE-A582-EE85EAA4C6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2026-07-27T20:24:04Z</dcterms:created>
  <dcterms:modified xsi:type="dcterms:W3CDTF">2026-07-27T20:24:04Z</dcterms:modified>
</cp:coreProperties>
</file>