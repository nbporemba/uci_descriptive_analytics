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36B8316-A839-47EF-84A3-BDD6C5F6BCC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Module1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3BCD961-64E8-4D57-A256-3D26697F1E6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7/27/26 1:18:25 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9849BD14-AA8A-467D-9691-8182CDCCC0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904875"/>
            <a:ext cx="98774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8DD79A7A-A37D-451E-A97A-3EA1790E6E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904875"/>
            <a:ext cx="98679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370FD739-E3D6-4DAE-8149-690C2DD9ED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904875"/>
            <a:ext cx="98679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4216E6A7-CC9F-44B9-84D5-2BFDC63166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904875"/>
            <a:ext cx="98774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2026-07-27T20:18:25Z</dcterms:created>
  <dcterms:modified xsi:type="dcterms:W3CDTF">2026-07-27T20:18:25Z</dcterms:modified>
</cp:coreProperties>
</file>