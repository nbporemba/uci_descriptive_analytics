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7EB9B20-247E-48CF-A9CA-7BED12C75DDB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Module2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A03A4C81-443D-46BD-A793-8CBA80129A1C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7/27/26 1:21:32 PM PDT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1" id="2" name="slide2">
            <a:extLst>
              <a:ext uri="{FF2B5EF4-FFF2-40B4-BE49-F238E27FC236}">
                <a16:creationId xmlns:a16="http://schemas.microsoft.com/office/drawing/2014/main" id="{EDFFCBB8-7D5D-4E00-B98F-5C2910F99C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823912"/>
            <a:ext cx="986790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2" id="3" name="slide3">
            <a:extLst>
              <a:ext uri="{FF2B5EF4-FFF2-40B4-BE49-F238E27FC236}">
                <a16:creationId xmlns:a16="http://schemas.microsoft.com/office/drawing/2014/main" id="{A66F2BF4-5B68-409C-A82A-93D860BD1A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823912"/>
            <a:ext cx="986790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3" id="4" name="slide4">
            <a:extLst>
              <a:ext uri="{FF2B5EF4-FFF2-40B4-BE49-F238E27FC236}">
                <a16:creationId xmlns:a16="http://schemas.microsoft.com/office/drawing/2014/main" id="{5686C534-0158-4F84-9E5B-3018B58BF6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87" y="823912"/>
            <a:ext cx="98774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4" id="5" name="slide5">
            <a:extLst>
              <a:ext uri="{FF2B5EF4-FFF2-40B4-BE49-F238E27FC236}">
                <a16:creationId xmlns:a16="http://schemas.microsoft.com/office/drawing/2014/main" id="{EE6E0297-EB92-4ABC-81B3-9720016B73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87" y="823912"/>
            <a:ext cx="98774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5" id="6" name="slide6">
            <a:extLst>
              <a:ext uri="{FF2B5EF4-FFF2-40B4-BE49-F238E27FC236}">
                <a16:creationId xmlns:a16="http://schemas.microsoft.com/office/drawing/2014/main" id="{26614D0A-A25F-40B8-A014-04C992F4778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823912"/>
            <a:ext cx="986790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2026-07-27T20:21:34Z</dcterms:created>
  <dcterms:modified xsi:type="dcterms:W3CDTF">2026-07-27T20:21:34Z</dcterms:modified>
</cp:coreProperties>
</file>