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CE6C330-76D8-48B0-8622-9E77277B2A47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Module4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AF4C1471-3F53-4CF1-950B-B48709872C35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7/27/26 1:29:56 PM PDT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1" id="2" name="slide2">
            <a:extLst>
              <a:ext uri="{FF2B5EF4-FFF2-40B4-BE49-F238E27FC236}">
                <a16:creationId xmlns:a16="http://schemas.microsoft.com/office/drawing/2014/main" id="{9DD5BD8A-10AA-4963-8EF1-35D8B88AC6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87" y="790575"/>
            <a:ext cx="9877425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2" id="3" name="slide3">
            <a:extLst>
              <a:ext uri="{FF2B5EF4-FFF2-40B4-BE49-F238E27FC236}">
                <a16:creationId xmlns:a16="http://schemas.microsoft.com/office/drawing/2014/main" id="{4C8C3BF6-1143-4E69-A290-9C7633762B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87" y="547687"/>
            <a:ext cx="9877425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3" id="4" name="slide4">
            <a:extLst>
              <a:ext uri="{FF2B5EF4-FFF2-40B4-BE49-F238E27FC236}">
                <a16:creationId xmlns:a16="http://schemas.microsoft.com/office/drawing/2014/main" id="{63FEB08D-D50F-4DD4-AC45-968C379504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790575"/>
            <a:ext cx="9867900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4" id="5" name="slide5">
            <a:extLst>
              <a:ext uri="{FF2B5EF4-FFF2-40B4-BE49-F238E27FC236}">
                <a16:creationId xmlns:a16="http://schemas.microsoft.com/office/drawing/2014/main" id="{5613FED8-8839-4B99-B586-D8B1EE1A60E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083" y="0"/>
            <a:ext cx="71838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5" id="6" name="slide6">
            <a:extLst>
              <a:ext uri="{FF2B5EF4-FFF2-40B4-BE49-F238E27FC236}">
                <a16:creationId xmlns:a16="http://schemas.microsoft.com/office/drawing/2014/main" id="{DF2077C9-21F5-4C7E-B59E-75B64495157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766762"/>
            <a:ext cx="98679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" id="7" name="slide7">
            <a:extLst>
              <a:ext uri="{FF2B5EF4-FFF2-40B4-BE49-F238E27FC236}">
                <a16:creationId xmlns:a16="http://schemas.microsoft.com/office/drawing/2014/main" id="{283912EB-A019-4E51-B29D-78047ADD309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2026-07-27T20:29:58Z</dcterms:created>
  <dcterms:modified xsi:type="dcterms:W3CDTF">2026-07-27T20:29:58Z</dcterms:modified>
</cp:coreProperties>
</file>